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9064-6625-6509-99D9-186D98C7D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DD85E-3E4B-089D-161E-008CDBDFF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240F1-01CE-3BAD-31FF-A3813B47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83F5D-267B-DBF3-6118-B71127822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58266-2821-F607-CEF1-5F354B13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8829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CACF7-F468-1586-1CBD-455272C2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8B77A-0F97-9B26-BAB5-6E52153C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578B2-2A2B-4143-66C9-0393DCD8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A1C8B-2D40-B4C7-99DD-9E88DC4C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BB7C5-2EEC-ECCB-18DE-DE7F0327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9777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AA410-5522-8DB6-81EC-8D4CCF71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F9554-5BF0-E33F-5CF9-645E7CC4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8DD52-89A7-1379-FF4B-7582EF3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4159-3715-0D76-836B-1DA7FD6F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BAA40-A41B-F418-9289-6B091CA02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4616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419F-8A11-8DA4-9AB7-C1750A449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A824-EA8B-8769-E0CA-FCE94E715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6941E-FC35-C34A-5469-CD945BF46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3D61F-2A8F-8560-A06C-FAC2871EA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1BBEC-0A2F-5270-E56F-BAA1564E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FE594-94DB-9E7F-DAAD-6F4E5ADD8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0436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B66B-B3FF-921C-59F5-A31FD2DFF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0915E-1103-A698-54A8-D16000787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73CA7-482C-59F0-626D-33B1F882C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4BF99-8ADE-0A07-F78A-91E5FC5B5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39269-42BD-82FD-BFFE-1429198D8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AD71CC-7591-31FD-8FBD-2616C0105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032B5-2971-C7DF-CAAB-BEF53FF1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DF6A5-D42A-78DD-9C0E-1B9A9EB9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5920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3034-4662-68E8-E8D6-FE14F61D3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E4500-EF98-6B31-FE1A-50B56EF6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54C0A-D77F-334C-9137-DD28E622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94C24-4ECF-CF0A-467D-1F0B35CE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257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C9DD8-0A0D-628B-061D-E5FF5B9CC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7446D-47A8-2FA1-E01E-333445F9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88BED-98B4-6159-CF32-A452408D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2373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9534-7888-A50A-B836-2A312E75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4C43-8EB5-9286-055A-1C4CCD671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C7755-3E2D-A826-03D0-9D7E91611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B14F0-1170-6DDA-85E9-02C6CE16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851B2-9CA7-5C77-6BBA-03B00790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1D65D-0913-FA13-B32C-5F3BC371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4406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0DF0-2C5A-DA34-F605-E3C3B125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5237D-3832-1A29-A029-964B796B6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5F20A-956C-BE8F-2209-7BC2F91C6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7A2C2-9F35-7FA9-A684-F4105B4F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C5C4B-C8B0-D733-FEE0-268719A9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535A7-95EB-62FD-1866-AA6495EF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4569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9F67-B24E-7203-2FC9-94B11A6C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CD21C-B892-48D9-1082-3CF9C328C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85D90-38AE-AA8C-5AB1-48B95692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FFB90-70B6-0F0A-C039-D1A0C860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E05B3-DBCA-119B-8B24-7E1D9356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90957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C1C64-7B5A-8B5D-38F6-8CB5A0753B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574BF-A8D5-501F-558C-282332A80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3C0A-3065-B277-CE6F-0FBAB0F4A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B39C0-106B-64DB-03C4-CC1B8B72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22489-1CE2-9536-C7BC-F05BB4F1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7533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E456D9-3C6C-89AC-FD44-CA563362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8F7C-F5C4-77C9-7625-8D0A1C6B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F7D69-7C21-4B5E-CF6A-2F6E4FF85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8A3BE-62E7-9741-86E1-D7D6F2D47E5D}" type="datetimeFigureOut">
              <a:rPr lang="en-BR" smtClean="0"/>
              <a:t>10/01/26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9E1C2-66AA-9141-3A40-431CC0715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803E5-8756-9A89-E306-1286F0678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06746-4F74-614E-A1BA-2A8AA3B08ABB}" type="slidenum">
              <a:rPr lang="en-BR" smtClean="0"/>
              <a:t>‹#›</a:t>
            </a:fld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0854B-7A24-030C-1909-6242DF9BA8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13223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R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Business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22605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DF1B-481C-C79A-19A4-D8FBE882C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7DA08-17A6-CC0A-B93A-A8A91C634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76840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Mitoura, Julles, Celanese</dc:creator>
  <cp:lastModifiedBy>Mitoura, Julles, Celanese</cp:lastModifiedBy>
  <cp:revision>1</cp:revision>
  <dcterms:created xsi:type="dcterms:W3CDTF">2026-01-10T15:15:36Z</dcterms:created>
  <dcterms:modified xsi:type="dcterms:W3CDTF">2026-01-10T15:15:59Z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1731d8-3ae6-4d1e-b835-ea5c8e1f2fca_Enabled">
    <vt:lpwstr>true</vt:lpwstr>
  </property>
  <property fmtid="{D5CDD505-2E9C-101B-9397-08002B2CF9AE}" pid="3" name="MSIP_Label_e41731d8-3ae6-4d1e-b835-ea5c8e1f2fca_SetDate">
    <vt:lpwstr>2026-01-10T15:15:59Z</vt:lpwstr>
  </property>
  <property fmtid="{D5CDD505-2E9C-101B-9397-08002B2CF9AE}" pid="4" name="MSIP_Label_e41731d8-3ae6-4d1e-b835-ea5c8e1f2fca_Method">
    <vt:lpwstr>Standard</vt:lpwstr>
  </property>
  <property fmtid="{D5CDD505-2E9C-101B-9397-08002B2CF9AE}" pid="5" name="MSIP_Label_e41731d8-3ae6-4d1e-b835-ea5c8e1f2fca_Name">
    <vt:lpwstr>General Business Information</vt:lpwstr>
  </property>
  <property fmtid="{D5CDD505-2E9C-101B-9397-08002B2CF9AE}" pid="6" name="MSIP_Label_e41731d8-3ae6-4d1e-b835-ea5c8e1f2fca_SiteId">
    <vt:lpwstr>7a3c88ff-a5f6-449d-ac6d-e8e3aa508e37</vt:lpwstr>
  </property>
  <property fmtid="{D5CDD505-2E9C-101B-9397-08002B2CF9AE}" pid="7" name="MSIP_Label_e41731d8-3ae6-4d1e-b835-ea5c8e1f2fca_ActionId">
    <vt:lpwstr>2189c183-65c9-48da-bebe-9151b472a7c9</vt:lpwstr>
  </property>
  <property fmtid="{D5CDD505-2E9C-101B-9397-08002B2CF9AE}" pid="8" name="MSIP_Label_e41731d8-3ae6-4d1e-b835-ea5c8e1f2fca_ContentBits">
    <vt:lpwstr>2</vt:lpwstr>
  </property>
  <property fmtid="{D5CDD505-2E9C-101B-9397-08002B2CF9AE}" pid="9" name="MSIP_Label_e41731d8-3ae6-4d1e-b835-ea5c8e1f2fca_Tag">
    <vt:lpwstr>50, 3, 0, 1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Business Information</vt:lpwstr>
  </property>
</Properties>
</file>